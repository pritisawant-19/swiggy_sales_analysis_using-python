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455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7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5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7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50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94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51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62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92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2978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94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46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7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41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08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6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Swiggy Data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892" y="4513016"/>
            <a:ext cx="6400800" cy="1752600"/>
          </a:xfrm>
        </p:spPr>
        <p:txBody>
          <a:bodyPr/>
          <a:lstStyle/>
          <a:p>
            <a:r>
              <a:rPr dirty="0"/>
              <a:t>Python-Based Data Analytics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124858-5B03-C923-169B-1C806F6D4A6F}"/>
              </a:ext>
            </a:extLst>
          </p:cNvPr>
          <p:cNvSpPr txBox="1"/>
          <p:nvPr/>
        </p:nvSpPr>
        <p:spPr>
          <a:xfrm>
            <a:off x="4849402" y="5578195"/>
            <a:ext cx="4125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By Priti Sawant</a:t>
            </a:r>
            <a:endParaRPr lang="en-IN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Swiggy food delivery data using Python.</a:t>
            </a:r>
          </a:p>
          <a:p>
            <a:r>
              <a:t>Objectives include understanding restaurant trends, pricing, ratings, and delivery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Records: 197430</a:t>
            </a:r>
          </a:p>
          <a:p>
            <a:r>
              <a:t>Total Features: 10</a:t>
            </a:r>
          </a:p>
          <a:p>
            <a:endParaRPr/>
          </a:p>
          <a:p>
            <a:r>
              <a:t>The dataset contains information about restaurants, ratings, prices, locations, and cuisines.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Pandas</a:t>
            </a:r>
          </a:p>
          <a:p>
            <a:r>
              <a:t>• NumPy</a:t>
            </a:r>
          </a:p>
          <a:p>
            <a:r>
              <a:t>• Matplotlib / Seaborn</a:t>
            </a:r>
          </a:p>
          <a:p>
            <a:r>
              <a:t>• Jupyter Notebook</a:t>
            </a:r>
          </a:p>
          <a:p>
            <a:r>
              <a:t>• Excel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Handling missing values</a:t>
            </a:r>
          </a:p>
          <a:p>
            <a:r>
              <a:t>• Removing duplicates</a:t>
            </a:r>
          </a:p>
          <a:p>
            <a:r>
              <a:t>• Data type conversion</a:t>
            </a:r>
          </a:p>
          <a:p>
            <a:r>
              <a:t>• Feature selection for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Top-rated restaurants</a:t>
            </a:r>
          </a:p>
          <a:p>
            <a:r>
              <a:t>• Average price distribution</a:t>
            </a:r>
          </a:p>
          <a:p>
            <a:r>
              <a:t>• Popular cuisines</a:t>
            </a:r>
          </a:p>
          <a:p>
            <a:r>
              <a:t>• City-wise restaurant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Most restaurants have ratings between 3.5 and 4.5</a:t>
            </a:r>
          </a:p>
          <a:p>
            <a:r>
              <a:t>• Certain cuisines dominate the platform</a:t>
            </a:r>
          </a:p>
          <a:p>
            <a:r>
              <a:t>• Price varies significantly by location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analysis provides valuable insights into Swiggy's restaurant ecosystem.</a:t>
            </a:r>
          </a:p>
          <a:p>
            <a:r>
              <a:t>Python enables efficient data handling and visualization.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 restaurant ratings</a:t>
            </a:r>
          </a:p>
          <a:p>
            <a:r>
              <a:t>• Delivery time analysis</a:t>
            </a:r>
          </a:p>
          <a:p>
            <a:r>
              <a:t>• Customer preference modeling</a:t>
            </a:r>
          </a:p>
          <a:p>
            <a:r>
              <a:t>• Interactive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</TotalTime>
  <Words>181</Words>
  <Application>Microsoft Office PowerPoint</Application>
  <PresentationFormat>On-screen Show (4:3)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Trebuchet MS</vt:lpstr>
      <vt:lpstr>Berlin</vt:lpstr>
      <vt:lpstr>Swiggy Data Analysis Project</vt:lpstr>
      <vt:lpstr>Project Overview</vt:lpstr>
      <vt:lpstr>Dataset Description</vt:lpstr>
      <vt:lpstr>Tools &amp; Technologies Used</vt:lpstr>
      <vt:lpstr>Data Preprocessing Steps</vt:lpstr>
      <vt:lpstr>Exploratory Data Analysis (EDA)</vt:lpstr>
      <vt:lpstr>Key Insights</vt:lpstr>
      <vt:lpstr>Conclusion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Data Analysis Project</dc:title>
  <dc:subject/>
  <dc:creator/>
  <cp:keywords/>
  <dc:description>generated using python-pptx</dc:description>
  <cp:lastModifiedBy>priti</cp:lastModifiedBy>
  <cp:revision>3</cp:revision>
  <dcterms:created xsi:type="dcterms:W3CDTF">2013-01-27T09:14:16Z</dcterms:created>
  <dcterms:modified xsi:type="dcterms:W3CDTF">2026-02-08T09:49:34Z</dcterms:modified>
  <cp:category/>
</cp:coreProperties>
</file>